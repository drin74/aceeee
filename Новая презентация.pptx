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  <p:embeddedFont>
      <p:font typeface="Alfa Slab One"/>
      <p:regular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7" Type="http://schemas.openxmlformats.org/officeDocument/2006/relationships/font" Target="fonts/AlfaSlabOne-regular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941a9149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941a9149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41a9149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941a9149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941a9149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941a9149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941a9149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941a9149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941a9149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941a9149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941a9149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941a9149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6602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Смотри и молчи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Бшоян Арман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700"/>
              <a:t>проблема</a:t>
            </a:r>
            <a:endParaRPr sz="37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rgbClr val="232326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Иногда просто хочется посмотреть футбол или другую трансляцию, но не получается из-за того, что они все платные</a:t>
            </a:r>
            <a:r>
              <a:rPr lang="ru" sz="1500">
                <a:solidFill>
                  <a:srgbClr val="232326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200">
              <a:solidFill>
                <a:srgbClr val="232326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технический стек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Kotkin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xml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firebase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ДБ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5" y="1857375"/>
            <a:ext cx="88201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550" y="80375"/>
            <a:ext cx="2274817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8242" y="80375"/>
            <a:ext cx="270870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 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700">
                <a:solidFill>
                  <a:srgbClr val="232326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Ace Player — это Android-приложение для удобного просмотра трансляций через технологию Ace Stream</a:t>
            </a:r>
            <a:r>
              <a:rPr lang="ru" sz="1600">
                <a:solidFill>
                  <a:srgbClr val="232326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300">
              <a:solidFill>
                <a:srgbClr val="232326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175" y="2205025"/>
            <a:ext cx="2019300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</a:t>
            </a:r>
            <a:r>
              <a:rPr lang="ru"/>
              <a:t>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